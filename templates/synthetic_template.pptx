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>
                <a:solidFill>
                  <a:srgbClr val="1A5276"/>
                </a:solidFill>
              </a:defRPr>
            </a:pPr>
            <a:r>
              <a:t>Synthetic PoC Presentation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Template for Artifact Generator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999999"/>
                </a:solidFill>
              </a:defRPr>
            </a:pPr>
            <a:r>
              <a:t>Synthetic PoC — Testing Only — Not Customer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A5276"/>
                </a:solidFill>
              </a:defRPr>
            </a:pPr>
            <a:r>
              <a:t>Section Title — Template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Bullet point one — synthetic content</a:t>
            </a:r>
          </a:p>
          <a:p>
            <a:pPr>
              <a:spcAft>
                <a:spcPts val="1200"/>
              </a:spcAft>
              <a:defRPr sz="2000"/>
            </a:pPr>
            <a:r>
              <a:t>Bullet point two — no customer data</a:t>
            </a:r>
          </a:p>
          <a:p>
            <a:pPr>
              <a:spcAft>
                <a:spcPts val="1200"/>
              </a:spcAft>
              <a:defRPr sz="2000"/>
            </a:pPr>
            <a:r>
              <a:t>Bullet point three — test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999999"/>
                </a:solidFill>
              </a:defRPr>
            </a:pPr>
            <a:r>
              <a:t>Synthetic PoC — Testing Only — Not Customer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